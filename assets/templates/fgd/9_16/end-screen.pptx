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5143500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58"/>
  </p:normalViewPr>
  <p:slideViewPr>
    <p:cSldViewPr snapToGrid="0">
      <p:cViewPr varScale="1">
        <p:scale>
          <a:sx n="90" d="100"/>
          <a:sy n="90" d="100"/>
        </p:scale>
        <p:origin x="3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496484"/>
            <a:ext cx="4371975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29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2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37" y="6119286"/>
            <a:ext cx="4436269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2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486835"/>
            <a:ext cx="4436269" cy="17674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286" y="2241551"/>
            <a:ext cx="2175941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3897" y="2241551"/>
            <a:ext cx="2186657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3897" y="3340100"/>
            <a:ext cx="2186657" cy="4912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7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0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57" y="1316568"/>
            <a:ext cx="2603897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9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6657" y="1316568"/>
            <a:ext cx="2603897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0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6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0818" y="486833"/>
            <a:ext cx="1109067" cy="774911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616" y="486833"/>
            <a:ext cx="3262908" cy="77491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486835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54CDE-F518-534B-9942-9BD4E1C4D891}" type="datetimeFigureOut">
              <a:rPr lang="en-US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9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44444"/>
            </a:gs>
            <a:gs pos="100000">
              <a:schemeClr val="tx1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3DE27-8C70-9CFF-0D0D-E5A37A279184}"/>
              </a:ext>
            </a:extLst>
          </p:cNvPr>
          <p:cNvSpPr txBox="1">
            <a:spLocks/>
          </p:cNvSpPr>
          <p:nvPr/>
        </p:nvSpPr>
        <p:spPr>
          <a:xfrm>
            <a:off x="0" y="7341512"/>
            <a:ext cx="5143500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DIN Condensed" pitchFamily="2" charset="0"/>
              </a:rPr>
              <a:t>fliegergruppe-donzdorf.de</a:t>
            </a:r>
            <a:endParaRPr lang="en-US" sz="6000" b="1" dirty="0">
              <a:solidFill>
                <a:schemeClr val="bg1"/>
              </a:solidFill>
              <a:latin typeface="DIN Condensed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9BF214-97C5-464A-8E65-8B16D8AFF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149" y="1741359"/>
            <a:ext cx="4574276" cy="343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1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3</Words>
  <Application>Microsoft Macintosh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DIN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Voelter</dc:creator>
  <cp:lastModifiedBy>Markus Voelter</cp:lastModifiedBy>
  <cp:revision>4</cp:revision>
  <dcterms:created xsi:type="dcterms:W3CDTF">2026-07-01T13:54:12Z</dcterms:created>
  <dcterms:modified xsi:type="dcterms:W3CDTF">2026-09-03T06:56:00Z</dcterms:modified>
</cp:coreProperties>
</file>