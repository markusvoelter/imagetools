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58"/>
  </p:normalViewPr>
  <p:slideViewPr>
    <p:cSldViewPr snapToGrid="0">
      <p:cViewPr>
        <p:scale>
          <a:sx n="110" d="100"/>
          <a:sy n="110" d="100"/>
        </p:scale>
        <p:origin x="151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0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6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53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4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1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7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6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1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1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2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54CDE-F518-534B-9942-9BD4E1C4D891}" type="datetimeFigureOut"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9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44444"/>
            </a:gs>
            <a:gs pos="100000">
              <a:schemeClr val="tx1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2C54177-3719-AE51-32F8-09A0EA8A7E32}"/>
              </a:ext>
            </a:extLst>
          </p:cNvPr>
          <p:cNvSpPr txBox="1">
            <a:spLocks/>
          </p:cNvSpPr>
          <p:nvPr/>
        </p:nvSpPr>
        <p:spPr>
          <a:xfrm>
            <a:off x="1" y="3255287"/>
            <a:ext cx="9271322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DIN Condensed" pitchFamily="2" charset="0"/>
              </a:rPr>
              <a:t>fliegergruppe-donzdorf.de</a:t>
            </a:r>
            <a:endParaRPr lang="en-US" sz="6000" b="1" dirty="0">
              <a:solidFill>
                <a:schemeClr val="bg1"/>
              </a:solidFill>
              <a:latin typeface="DIN Condensed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4145E1-9320-6B49-CF32-DDE7D7599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840" y="769818"/>
            <a:ext cx="3842657" cy="288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1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3</Words>
  <Application>Microsoft Macintosh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DIN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Voelter</dc:creator>
  <cp:lastModifiedBy>Markus Voelter</cp:lastModifiedBy>
  <cp:revision>3</cp:revision>
  <dcterms:created xsi:type="dcterms:W3CDTF">2026-07-01T13:54:12Z</dcterms:created>
  <dcterms:modified xsi:type="dcterms:W3CDTF">2026-09-03T06:52:23Z</dcterms:modified>
</cp:coreProperties>
</file>