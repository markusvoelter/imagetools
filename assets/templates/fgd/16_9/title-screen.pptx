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8"/>
  </p:normalViewPr>
  <p:slideViewPr>
    <p:cSldViewPr snapToGrid="0">
      <p:cViewPr>
        <p:scale>
          <a:sx n="145" d="100"/>
          <a:sy n="145" d="100"/>
        </p:scale>
        <p:origin x="-10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0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5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7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6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1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2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9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3603574" y="4227559"/>
            <a:ext cx="7861595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fliegergruppe-donzdorf.de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FA32A6-7294-F88D-D429-E766290A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729" y="62153"/>
            <a:ext cx="2111690" cy="15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</Words>
  <Application>Microsoft Macintosh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DIN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2</cp:revision>
  <dcterms:created xsi:type="dcterms:W3CDTF">2026-07-01T13:54:12Z</dcterms:created>
  <dcterms:modified xsi:type="dcterms:W3CDTF">2026-09-03T06:54:06Z</dcterms:modified>
</cp:coreProperties>
</file>