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4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8"/>
  </p:normalViewPr>
  <p:slideViewPr>
    <p:cSldViewPr snapToGrid="0">
      <p:cViewPr>
        <p:scale>
          <a:sx n="114" d="100"/>
          <a:sy n="114" d="100"/>
        </p:scale>
        <p:origin x="376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908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16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5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54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915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771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6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98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912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417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620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D54CDE-F518-534B-9942-9BD4E1C4D891}" type="datetimeFigureOut">
              <a:t>7/1/26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8C5EAE-0FCC-724E-8D95-188F5483F5C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099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444444"/>
            </a:gs>
            <a:gs pos="100000">
              <a:schemeClr val="tx1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F87194-FCFC-95F5-97E7-95FC512C0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929" y="279417"/>
            <a:ext cx="507236" cy="50723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2C73BF8-9CC8-6A92-626F-02A0DA218B23}"/>
              </a:ext>
            </a:extLst>
          </p:cNvPr>
          <p:cNvSpPr txBox="1">
            <a:spLocks/>
          </p:cNvSpPr>
          <p:nvPr/>
        </p:nvSpPr>
        <p:spPr>
          <a:xfrm>
            <a:off x="0" y="-153756"/>
            <a:ext cx="91440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Steel Tongs" panose="02010608020202040504" pitchFamily="2" charset="77"/>
              </a:rPr>
              <a:t>MARKUS VOELTER             PHOTOGRAPHY</a:t>
            </a:r>
            <a:endParaRPr lang="en-US" sz="6000" b="1" dirty="0">
              <a:solidFill>
                <a:schemeClr val="bg1"/>
              </a:solidFill>
              <a:latin typeface="Steel Tongs" panose="02010608020202040504" pitchFamily="2" charset="7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C54177-3719-AE51-32F8-09A0EA8A7E32}"/>
              </a:ext>
            </a:extLst>
          </p:cNvPr>
          <p:cNvSpPr txBox="1">
            <a:spLocks/>
          </p:cNvSpPr>
          <p:nvPr/>
        </p:nvSpPr>
        <p:spPr>
          <a:xfrm>
            <a:off x="3603574" y="4227559"/>
            <a:ext cx="9144000" cy="13622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b="1" dirty="0">
                <a:solidFill>
                  <a:schemeClr val="bg1"/>
                </a:solidFill>
                <a:latin typeface="DIN Condensed" pitchFamily="2" charset="0"/>
              </a:rPr>
              <a:t>photo.voelter.de</a:t>
            </a:r>
            <a:endParaRPr lang="en-US" sz="6000" b="1" dirty="0">
              <a:solidFill>
                <a:schemeClr val="bg1"/>
              </a:solidFill>
              <a:latin typeface="DIN Condense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71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8</Words>
  <Application>Microsoft Macintosh PowerPoint</Application>
  <PresentationFormat>On-screen Show (16:9)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DIN Condensed</vt:lpstr>
      <vt:lpstr>Steel Tongs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Markus Voelter</dc:creator>
  <cp:lastModifiedBy>Markus Voelter</cp:lastModifiedBy>
  <cp:revision>1</cp:revision>
  <dcterms:created xsi:type="dcterms:W3CDTF">2026-07-01T13:54:12Z</dcterms:created>
  <dcterms:modified xsi:type="dcterms:W3CDTF">2026-07-01T14:00:09Z</dcterms:modified>
</cp:coreProperties>
</file>