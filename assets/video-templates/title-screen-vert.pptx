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90" d="100"/>
          <a:sy n="90" d="100"/>
        </p:scale>
        <p:origin x="21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2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2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5"/>
            <a:ext cx="4436269" cy="17674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0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8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9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8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6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9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0" y="8032795"/>
            <a:ext cx="51435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photo.voelter.de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2953EA-7913-E6F5-5F1C-3F9F8894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4" y="403597"/>
            <a:ext cx="639386" cy="63938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0754E5D-1287-826C-C1A7-15BB8B8B0FA7}"/>
              </a:ext>
            </a:extLst>
          </p:cNvPr>
          <p:cNvSpPr txBox="1">
            <a:spLocks/>
          </p:cNvSpPr>
          <p:nvPr/>
        </p:nvSpPr>
        <p:spPr>
          <a:xfrm>
            <a:off x="0" y="47104"/>
            <a:ext cx="51435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latin typeface="Steel Tongs" panose="02010608020202040504" pitchFamily="2" charset="77"/>
              </a:rPr>
              <a:t>MARKUS VOELTER             PHOTOGRAPHY</a:t>
            </a:r>
            <a:endParaRPr lang="en-US" sz="7200" b="1" dirty="0">
              <a:solidFill>
                <a:schemeClr val="bg1"/>
              </a:solidFill>
              <a:latin typeface="Steel Tongs" panose="020106080202020405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8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DIN Condensed</vt:lpstr>
      <vt:lpstr>Steel Tongs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4</cp:revision>
  <dcterms:created xsi:type="dcterms:W3CDTF">2026-07-01T13:54:12Z</dcterms:created>
  <dcterms:modified xsi:type="dcterms:W3CDTF">2026-07-01T14:08:24Z</dcterms:modified>
</cp:coreProperties>
</file>