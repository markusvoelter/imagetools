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5143500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 varScale="1">
        <p:scale>
          <a:sx n="90" d="100"/>
          <a:sy n="90" d="100"/>
        </p:scale>
        <p:origin x="21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496484"/>
            <a:ext cx="4371975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29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28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37" y="6119286"/>
            <a:ext cx="4436269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2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486835"/>
            <a:ext cx="4436269" cy="17674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286" y="2241551"/>
            <a:ext cx="2175941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3897" y="2241551"/>
            <a:ext cx="2186657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3897" y="3340100"/>
            <a:ext cx="2186657" cy="49127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7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68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03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57" y="1316568"/>
            <a:ext cx="2603897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9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6657" y="1316568"/>
            <a:ext cx="2603897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0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6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0818" y="486833"/>
            <a:ext cx="1109067" cy="774911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616" y="486833"/>
            <a:ext cx="3262908" cy="77491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486835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54CDE-F518-534B-9942-9BD4E1C4D891}" type="datetimeFigureOut">
              <a:rPr lang="en-US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C5EAE-0FCC-724E-8D95-188F5483F5C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9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44444"/>
            </a:gs>
            <a:gs pos="100000">
              <a:schemeClr val="tx1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F87194-FCFC-95F5-97E7-95FC512C0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148" y="4060112"/>
            <a:ext cx="1463204" cy="146320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2C73BF8-9CC8-6A92-626F-02A0DA218B23}"/>
              </a:ext>
            </a:extLst>
          </p:cNvPr>
          <p:cNvSpPr txBox="1">
            <a:spLocks/>
          </p:cNvSpPr>
          <p:nvPr/>
        </p:nvSpPr>
        <p:spPr>
          <a:xfrm>
            <a:off x="-2000250" y="2311100"/>
            <a:ext cx="9144000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000" b="1" dirty="0">
                <a:solidFill>
                  <a:schemeClr val="bg1"/>
                </a:solidFill>
                <a:latin typeface="Steel Tongs" panose="02010608020202040504" pitchFamily="2" charset="77"/>
              </a:rPr>
              <a:t>MARKUS VOELTER             </a:t>
            </a:r>
          </a:p>
          <a:p>
            <a:pPr algn="ctr"/>
            <a:r>
              <a:rPr lang="en-US" sz="7200" b="1" spc="400" dirty="0">
                <a:solidFill>
                  <a:schemeClr val="bg1"/>
                </a:solidFill>
                <a:latin typeface="Steel Tongs" panose="02010608020202040504" pitchFamily="2" charset="77"/>
              </a:rPr>
              <a:t>PHOTOGRAPHY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C54177-3719-AE51-32F8-09A0EA8A7E32}"/>
              </a:ext>
            </a:extLst>
          </p:cNvPr>
          <p:cNvSpPr txBox="1">
            <a:spLocks/>
          </p:cNvSpPr>
          <p:nvPr/>
        </p:nvSpPr>
        <p:spPr>
          <a:xfrm>
            <a:off x="0" y="7618458"/>
            <a:ext cx="5143500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DIN Condensed" pitchFamily="2" charset="0"/>
              </a:rPr>
              <a:t>photo.voelter.de</a:t>
            </a:r>
            <a:endParaRPr lang="en-US" sz="6000" b="1" dirty="0">
              <a:solidFill>
                <a:schemeClr val="bg1"/>
              </a:solidFill>
              <a:latin typeface="DIN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71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8</Words>
  <Application>Microsoft Macintosh PowerPoint</Application>
  <PresentationFormat>On-screen Show (16:9)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DIN Condensed</vt:lpstr>
      <vt:lpstr>Steel Tongs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Voelter</dc:creator>
  <cp:lastModifiedBy>Markus Voelter</cp:lastModifiedBy>
  <cp:revision>3</cp:revision>
  <dcterms:created xsi:type="dcterms:W3CDTF">2026-07-01T13:54:12Z</dcterms:created>
  <dcterms:modified xsi:type="dcterms:W3CDTF">2026-07-01T14:05:40Z</dcterms:modified>
</cp:coreProperties>
</file>